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B7386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B7386"/>
                </a:solidFill>
                <a:latin typeface="Arial"/>
              </a:rPr>
              <a:t>Order-consistent wins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 agent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1121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Base corpus (23)</c:v>
                  </c:pt>
                  <c:pt idx="1">
                    <c:v>Engineer (21)</c:v>
                  </c:pt>
                  <c:pt idx="2">
                    <c:v>All 50</c:v>
                  </c:pt>
                  <c:pt idx="3">
                    <c:v>Manager (14)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</c:v>
                </c:pt>
                <c:pt idx="1">
                  <c:v>10</c:v>
                </c:pt>
                <c:pt idx="2">
                  <c:v>16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Reference ReAct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1121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Base corpus (23)</c:v>
                  </c:pt>
                  <c:pt idx="1">
                    <c:v>Engineer (21)</c:v>
                  </c:pt>
                  <c:pt idx="2">
                    <c:v>All 50</c:v>
                  </c:pt>
                  <c:pt idx="3">
                    <c:v>Manager (14)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12</c:v>
                </c:pt>
                <c:pt idx="3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1121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2C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0:00–0:20. Millions of log lines don't fit in a prompt. Our answer: the database searches and counts, Jev (a typed-judgment model) decides which messages are real faults, and the LLM only explains. Every number traces back to a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0:20–0:50. Everyone builds the brief's reference: a ReAct agent plus SQL tools. We built it too, as our baseline, and measured where it fails. These four failures are what our design targets.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0:50–1:20. Setup is docker compose up, then claude in the repo, then 'load the base corpus': 72 s on a clean clone. The tools are fixed queries; the model only fills typed fields. Jev ran once per pattern inside SereneDB, 1,126 BGL patterns in 20 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1:20–3:00 LIVE DEMO in Claude Code. Type /mcp__logs__worked_investigation with topic 'what deserves attention in November 2005' (dataset bgl), or ask the three role questions from docs/INVESTIGATION.md. Point out: the engineer gets an occurrence and its neighbours, the lead gets recurrence by team, the manager gets the computed ranking. Different evidence, not different lengths. Backup if the network fails: open docs/investigation/report.html.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3:00–3:30. At the end Claude calls session_report and gives a link. Click a number to jump to the step and its SQL; Verify re-runs that step. Facts, hypothesis, unknown and next step are separate cards. Whole-corpus counts: BGL 4,747,963 lines and OpenStack 207,820 by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3:30–4:15. 50 questions with frozen answer keys; the judge sees both answers blind, in both orders. On the base corpus we win 13 to 2, and on the engineer 10 to 2. Honest result: the reference agent wins more manager questions on the 7 extra small datasets, because our manager recipe always starts from the ranking. Everything is in docs/dashboard.html, which also explains how to re-run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4:15–4:40. The same tools on HDFS (11 M lines) and on the remote 1 B-record OpenTelemetry Parquet, read in place with row-group pruning. On-demand indexes report their own break-even.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4:40–5:00. Two commands and one sentence.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7B4FD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Making Sense of Logs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B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SereneDB counts, Jev judges, the LLM explains, and every number is checked against the query that produced it.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B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MCP server · 44 tools · 3 roles · BGL 4.7 M + OpenStack 208 k lines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Amirali &amp; Konark · SchubKI National AI Hackathon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2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the reference design breaks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146304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463040"/>
            <a:ext cx="548640" cy="548640"/>
          </a:xfrm>
          <a:prstGeom prst="ellipse">
            <a:avLst/>
          </a:prstGeom>
          <a:solidFill>
            <a:srgbClr val="7B4FD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591056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389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2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Lines are not incidents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417320" y="1792224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BGL: 4.7 M lines, 855,501 of them FATAL, but only 36,714 bursts of recurring patterns.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663440" y="1188720"/>
            <a:ext cx="3977640" cy="146304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9" name="Shape 6"/>
          <p:cNvSpPr/>
          <p:nvPr/>
        </p:nvSpPr>
        <p:spPr>
          <a:xfrm>
            <a:off x="4892040" y="1463040"/>
            <a:ext cx="548640" cy="548640"/>
          </a:xfrm>
          <a:prstGeom prst="ellipse">
            <a:avLst/>
          </a:prstGeom>
          <a:solidFill>
            <a:srgbClr val="7B4FD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056" y="159105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23560" y="1389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2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Severity ≠ real problem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623560" y="1792224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log level, 1 of the top 10 is a real labelled alert. FATAL register dumps win.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57200" y="2880360"/>
            <a:ext cx="3977640" cy="146304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14" name="Shape 10"/>
          <p:cNvSpPr/>
          <p:nvPr/>
        </p:nvSpPr>
        <p:spPr>
          <a:xfrm>
            <a:off x="685800" y="3154680"/>
            <a:ext cx="548640" cy="548640"/>
          </a:xfrm>
          <a:prstGeom prst="ellipse">
            <a:avLst/>
          </a:prstGeom>
          <a:solidFill>
            <a:srgbClr val="7B4FD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3282696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17320" y="30815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2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Unverified numbers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417320" y="3483864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rounds, merges and invents numbers that no query returned.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663440" y="2880360"/>
            <a:ext cx="3977640" cy="146304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19" name="Shape 14"/>
          <p:cNvSpPr/>
          <p:nvPr/>
        </p:nvSpPr>
        <p:spPr>
          <a:xfrm>
            <a:off x="4892040" y="3154680"/>
            <a:ext cx="548640" cy="548640"/>
          </a:xfrm>
          <a:prstGeom prst="ellipse">
            <a:avLst/>
          </a:prstGeom>
          <a:solidFill>
            <a:srgbClr val="7B4FD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6" y="3282696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623560" y="30815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2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Roles become tone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5623560" y="3483864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evidence, only shorter. The brief says that is not enough.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 of Logs · SereneDB challenge 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2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→ evidence → recommendation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713232"/>
          </a:xfrm>
          <a:prstGeom prst="rect">
            <a:avLst/>
          </a:prstGeom>
          <a:solidFill>
            <a:srgbClr val="11121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521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or our agent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4475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tools from their descriptions; roles differ in the evidence they ask for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5120640" cy="713232"/>
          </a:xfrm>
          <a:prstGeom prst="rect">
            <a:avLst/>
          </a:prstGeom>
          <a:solidFill>
            <a:srgbClr val="7B4FD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 server · 44 tools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134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parameterised SQL; every result carries its SQL, filters, scope, total, truncated flag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5120640" cy="713232"/>
          </a:xfrm>
          <a:prstGeom prst="rect">
            <a:avLst/>
          </a:prstGeom>
          <a:solidFill>
            <a:srgbClr val="3E318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8895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SereneDB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18211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inverted index · BM25 · phrase / fuzzy · ASOF · ROLLUP · PIVOT · read_parquet over S3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5120640" cy="713232"/>
          </a:xfrm>
          <a:prstGeom prst="rect">
            <a:avLst/>
          </a:prstGeom>
          <a:solidFill>
            <a:srgbClr val="E9E3F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75818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2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Jev (in SQL)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05079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2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each pattern once: real fault or routine dump, and the owner area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852160" y="109728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112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tools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prompts: one per role, a worked investigation, whole-corpus counts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resources: the session evidence, ownership, the field guide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Completions from the data: datasets, components, teams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base corpus or any log file from Claude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session report: each number linked to its step, with Verify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 of Logs · SereneDB challenge 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2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problem, three roles: BGL, November 2005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2606040" cy="73152"/>
          </a:xfrm>
          <a:prstGeom prst="rect">
            <a:avLst/>
          </a:prstGeom>
          <a:solidFill>
            <a:srgbClr val="7B4FD6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12618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2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1792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failed, before and after?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901952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FATAL “Link has been severed”: 12,996 lines on 1,024 I/O nodes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burst: 504 nodes in 4 min; 21 min earlier, 64 “xhpl … Permission denied”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peer on every line: 172.16.96.116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21792" y="38404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E3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check: that host's log at 05:30–05:40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246120" y="1097280"/>
            <a:ext cx="2606040" cy="73152"/>
          </a:xfrm>
          <a:prstGeom prst="rect">
            <a:avLst/>
          </a:prstGeom>
          <a:solidFill>
            <a:srgbClr val="7B4FD6"/>
          </a:solidFill>
          <a:ln/>
        </p:spPr>
      </p:sp>
      <p:sp>
        <p:nvSpPr>
          <p:cNvPr id="11" name="Text 9"/>
          <p:cNvSpPr/>
          <p:nvPr/>
        </p:nvSpPr>
        <p:spPr>
          <a:xfrm>
            <a:off x="3410712" y="12618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2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lead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10712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recurs, and whose is it?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55848" y="1901952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problem bursts: node-platform 283, hpc-workloads 106, cluster-control 62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severed: 31 bursts, new; owner disputed (Jev p 0.939)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bursts 69.6 → 119.3: worsening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10712" y="38404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E3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both teams triage it together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035040" y="1097280"/>
            <a:ext cx="2606040" cy="73152"/>
          </a:xfrm>
          <a:prstGeom prst="rect">
            <a:avLst/>
          </a:prstGeom>
          <a:solidFill>
            <a:srgbClr val="7B4FD6"/>
          </a:solidFill>
          <a:ln/>
        </p:spPr>
      </p:sp>
      <p:sp>
        <p:nvSpPr>
          <p:cNvPr id="17" name="Text 15"/>
          <p:cNvSpPr/>
          <p:nvPr/>
        </p:nvSpPr>
        <p:spPr>
          <a:xfrm>
            <a:off x="6199632" y="12618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2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199632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first?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44768" y="1901952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rank 1: Link severed, score 97.8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 rts kernel terminated, 93.6 · 3: rts panic, 90.5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hpc-workloads bursts 9 → 106 vs the previous 30 days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99632" y="38404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E3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one owner now; cost and downtime are not in the logs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 of Logs · SereneDB challenge 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2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number is checkable</a:t>
            </a:r>
            <a:endParaRPr lang="en-US" sz="3000" dirty="0"/>
          </a:p>
        </p:txBody>
      </p:sp>
      <p:pic>
        <p:nvPicPr>
          <p:cNvPr id="3" name="Image 0" descr="/Users/amirali.iranmanesh/grind/making-sense-of-logs-schubki-ai-hackathon/docs/slides/img/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4480560" cy="3566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03520" y="10972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B4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62 / 62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0352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in the answer found in a tool result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303520" y="22402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B4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 / 17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5303520" y="2788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steps give the same result when re-run on a read-only role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303520" y="33832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B4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1.8 s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30352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SereneDB for 20 tool calls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 of Logs · SereneDB challenge 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2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 golden questions, blind judge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49377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577840" y="1051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2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53 vs 69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5577840" y="14447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claims, checked against the answer keys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577840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2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0.84 vs 0.71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577840" y="23134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facts mentioned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577840" y="27889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2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1/10 → 5/10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5577840" y="31821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alerts in the top 10 after Jev's judgment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577840" y="36576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 s vs 22 s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5577840" y="40507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answer: our cost, almost all of it LLM time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 of Logs · SereneDB challenge 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Bigger data, same tools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B8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11.2 M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4231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5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 lines loaded in 47 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560320" y="15544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B8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B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560320" y="24231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5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records on S3, queried in place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663440" y="15544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B8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2.8 s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663440" y="24231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5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over 10 of 1,624 row groups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66560" y="15544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B8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766560" y="24231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5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until a remote index pays off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566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B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log file: its format is detected from 76 lnav definitions (≥ 95 % match or refused). 10 Loghub datasets load with no code change.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 of Logs · SereneDB challenge 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7B4FD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it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B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B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         # in the repo, approve the logs server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B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Load the base corpus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5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docs/INVESTIGATION.md: the worked investigation and its evidence page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5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docs/dashboard.html: the eval, every answer, how to re-run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5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docs/TOOLS.md: every tool, prompt and resource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343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github.com/aircode610/making-sense-of-logs-schubki-ai-hackathon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Making Sense of Logs</dc:title>
  <dc:subject>PptxGenJS Presentation</dc:subject>
  <dc:creator>Amirali &amp; Konark</dc:creator>
  <cp:lastModifiedBy>Amirali &amp; Konark</cp:lastModifiedBy>
  <cp:revision>1</cp:revision>
  <dcterms:created xsi:type="dcterms:W3CDTF">2026-10-18T17:36:43Z</dcterms:created>
  <dcterms:modified xsi:type="dcterms:W3CDTF">2026-10-18T17:36:43Z</dcterms:modified>
</cp:coreProperties>
</file>